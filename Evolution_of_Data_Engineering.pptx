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94053503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94053503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94053503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94053503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94053503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94053503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94053503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94053503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94053503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94053503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94053503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94053503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940535031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94053503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94053503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94053503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94053503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94053503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94053503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94053503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940535031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94053503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940535031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94053503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94053503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94053503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94053503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94053503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940535031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94053503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94053503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94053503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94053503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94053503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940535031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94053503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940535031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94053503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2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2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2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0500" y="299025"/>
            <a:ext cx="6285926" cy="436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5064" y="746475"/>
            <a:ext cx="5253873" cy="365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9526" y="480575"/>
            <a:ext cx="6019302" cy="418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